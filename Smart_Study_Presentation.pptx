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64FFDA"/>
                </a:solidFill>
              </a:defRPr>
            </a:pPr>
            <a:r>
              <a:t>SMART STUDY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AI-Powered Learning Assistant | Chutes Hack Malaysia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FFDA"/>
                </a:solidFill>
              </a:defRPr>
            </a:pPr>
            <a:r>
              <a:t>Stack: Next.js • Tailwind • Chutes.ai • Neon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73152" cy="61264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FFDA"/>
                </a:solidFill>
              </a:defRPr>
            </a:pPr>
            <a:r>
              <a:t>CHALLENGES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Difficut to revise long notes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Time-consuming summaries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Identifying key exam questions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Structuring answers by marks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Manual flashcard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FFDA"/>
                </a:solidFill>
              </a:defRPr>
            </a:pPr>
            <a:r>
              <a:t>SMART STUDY AI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✅ Instant AI Summaries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✅ Auto-generated Quizzes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✅ Mark-specific Answers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✅ Smart Flashcards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✅ Personalized Study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73152" cy="61264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Overview (PRD)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FFDA"/>
                </a:solidFill>
              </a:defRPr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Enable AI-powered exam preparation to help students learn faster and prepare smarter.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FFDA"/>
                </a:solidFill>
              </a:defRPr>
            </a:pPr>
            <a:r>
              <a:t>TARGET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School &amp; College students, competitive exam learners.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FFDA"/>
                </a:solidFill>
              </a:defRPr>
            </a:pPr>
            <a:r>
              <a:t>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Reduce prep time, improve revision efficiency, and democratize AI for education.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73152" cy="61264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474720" cy="1645920"/>
          </a:xfrm>
          <a:prstGeom prst="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FFDA"/>
                </a:solidFill>
              </a:defRPr>
            </a:pPr>
            <a:r>
              <a:t>Summary Gen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PDF/Text to concise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474720" cy="1645920"/>
          </a:xfrm>
          <a:prstGeom prst="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FFDA"/>
                </a:solidFill>
              </a:defRPr>
            </a:pPr>
            <a:r>
              <a:t>AI Quizzes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MCQs &amp; True/False scoring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3474720" cy="1645920"/>
          </a:xfrm>
          <a:prstGeom prst="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01168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FFDA"/>
                </a:solidFill>
              </a:defRPr>
            </a:pPr>
            <a:r>
              <a:t>Exam Answers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5/10 marks optimized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3474720" cy="1645920"/>
          </a:xfrm>
          <a:prstGeom prst="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FFDA"/>
                </a:solidFill>
              </a:defRPr>
            </a:pPr>
            <a:r>
              <a:t>Flashcards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Spaced repetition ready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840480"/>
            <a:ext cx="3474720" cy="1645920"/>
          </a:xfrm>
          <a:prstGeom prst="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FFDA"/>
                </a:solidFill>
              </a:defRPr>
            </a:pPr>
            <a:r>
              <a:t>Study Planner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Automated schedules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840480"/>
            <a:ext cx="3474720" cy="1645920"/>
          </a:xfrm>
          <a:prstGeom prst="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02336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FFDA"/>
                </a:solidFill>
              </a:defRPr>
            </a:pPr>
            <a:r>
              <a:t>History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Track previous sessions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73152" cy="61264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Application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FFDA"/>
                </a:solidFill>
              </a:defRPr>
            </a:pPr>
            <a:r>
              <a:t>Login → Dashboard → Upload Notes → AI Processing → Select Feature (Quiz/Summary/Answers) → Save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73152" cy="61264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64FFDA"/>
                </a:solidFill>
              </a:defRPr>
            </a:pPr>
            <a:r>
              <a:t>Frontend: </a:t>
            </a:r>
            <a:r>
              <a:rPr b="0">
                <a:solidFill>
                  <a:srgbClr val="FFFFFF"/>
                </a:solidFill>
              </a:rPr>
              <a:t>Next.js, React, Tailwind CSS, Shadcn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64FFDA"/>
                </a:solidFill>
              </a:defRPr>
            </a:pPr>
            <a:r>
              <a:t>Backend: </a:t>
            </a:r>
            <a:r>
              <a:rPr b="0">
                <a:solidFill>
                  <a:srgbClr val="FFFFFF"/>
                </a:solidFill>
              </a:rPr>
              <a:t>Next.js API Routes (Serverless)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64FFDA"/>
                </a:solidFill>
              </a:defRPr>
            </a:pPr>
            <a:r>
              <a:t>AI Layer: </a:t>
            </a:r>
            <a:r>
              <a:rPr b="0">
                <a:solidFill>
                  <a:srgbClr val="FFFFFF"/>
                </a:solidFill>
              </a:rPr>
              <a:t>Chutes.ai LLM API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64FFDA"/>
                </a:solidFill>
              </a:defRPr>
            </a:pPr>
            <a:r>
              <a:t>Database: </a:t>
            </a:r>
            <a:r>
              <a:rPr b="0">
                <a:solidFill>
                  <a:srgbClr val="FFFFFF"/>
                </a:solidFill>
              </a:rPr>
              <a:t>Neon DB (PostgreSQL), Prisma 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64FFDA"/>
                </a:solidFill>
              </a:defRPr>
            </a:pPr>
            <a:r>
              <a:t>Deployment: </a:t>
            </a:r>
            <a:r>
              <a:rPr b="0">
                <a:solidFill>
                  <a:srgbClr val="FFFFFF"/>
                </a:solidFill>
              </a:rPr>
              <a:t>Vercel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73152" cy="61264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FFDA"/>
                </a:solidFill>
              </a:defRPr>
            </a:pPr>
            <a:r>
              <a:t>User ↔ Frontend (Next.js) ↔ API Routes ↔ Chutes AI ↔ Neon 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73152" cy="61264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Challenges &amp;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Structured output parsing from LLM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Managing state across complex AI flows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Database schema optimization (Prisma)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UI/UX for educational accessibility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Latency optimization for AI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73152" cy="61264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572000" cy="640080"/>
          </a:xfrm>
          <a:prstGeom prst="round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🚀 Voice Tutor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4572000" cy="640080"/>
          </a:xfrm>
          <a:prstGeom prst="round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🚀 Doubt Solver Chatbot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4572000" cy="640080"/>
          </a:xfrm>
          <a:prstGeom prst="round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🚀 Progress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80560"/>
            <a:ext cx="4572000" cy="640080"/>
          </a:xfrm>
          <a:prstGeom prst="round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🚀 Multi-language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03520"/>
            <a:ext cx="4572000" cy="640080"/>
          </a:xfrm>
          <a:prstGeom prst="roundRect">
            <a:avLst/>
          </a:prstGeom>
          <a:solidFill>
            <a:srgbClr val="142846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🚀 Mobile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64FFD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Making Learning Smarter with AI 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